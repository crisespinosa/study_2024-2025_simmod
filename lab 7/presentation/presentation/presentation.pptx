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032224624@pfur.ru" TargetMode="External" /><Relationship Id="rId3" Type="http://schemas.openxmlformats.org/officeDocument/2006/relationships/hyperlink" Target="https://github.com/crisespinosa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№7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Модель M|M|1|∞</a:t>
            </a:r>
            <a:br/>
            <a:br/>
            <a:r>
              <a:rPr/>
              <a:t>Эспиноса Василита К.М.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22/03/2025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Докладчик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Эспиноса Василита Кристина Микаела</a:t>
            </a:r>
          </a:p>
          <a:p>
            <a:pPr lvl="0"/>
            <a:r>
              <a:rPr/>
              <a:t>студентка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1032224624@pfur.ru</a:t>
            </a:r>
          </a:p>
          <a:p>
            <a:pPr lvl="0"/>
            <a:r>
              <a:rPr>
                <a:hlinkClick r:id="rId3"/>
              </a:rPr>
              <a:t>https://github.com/crisespinosa/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Рассмотреть пример моделирования в xcos системы массового обслуживания типа Модель M|M|1|∞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Реализовать модель системы массового обслуживания типа M|M|1|∞ ;</a:t>
            </a:r>
          </a:p>
          <a:p>
            <a:pPr lvl="0"/>
            <a:r>
              <a:rPr/>
              <a:t>Построить график поступления и обработки заявок;</a:t>
            </a:r>
          </a:p>
          <a:p>
            <a:pPr lvl="0"/>
            <a:r>
              <a:rPr/>
              <a:t>Построить график динамики размера очереди.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Зафиксируем начальные данные: λ = 0.3, μ = 0.35, z0=. В меню Моделирование, Установить контекст зададим значения коэффициентов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342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Реализация модели в xcos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Суперблок, моделирующий поступление заявок, представлен на рис. [-@fig:002]. Тут у нас заявки поступают в систему по пуассоновскому закону. Поступает заявка в суперблок, идет в синхронизатор входных и выходных сигналов, происходит равномерное распределение на интервале [0;1] (также заявка идет в обработчик событий), далее идет преобразование в экспоненциальное распределение с параметром λ, далее заявка опять попадает в обработчик событий и выходит из суперблока.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04800"/>
            <a:ext cx="5105400" cy="419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Реализация модели в xcos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Суперблок, моделирующий процесс обработки заявок, представлен на рис. [-@fig:003]. Тут происходит обработка заявок в очереди по экспоненциальному закону.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227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Реализация модели в xcos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Готовая модель представлена на рис. [-@fig:004]. Тут есть селектор, два суперблока, построенных ранее, первоначальное событие на вход в суперблок, суммирование, оператор задержки (имитация очереди), также есть регистрирующие блоки: регистратор размера очереди и регистратор событий.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23900"/>
            <a:ext cx="51054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Результат моделирования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06600" y="1193800"/>
            <a:ext cx="5130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Результат моделирования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68500" y="1193800"/>
            <a:ext cx="5194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процессе выполнения данной лабораторной работы я рассмотрела пример моделирования в xcos системы массового обслуживания типа M|M|1|∞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№7</dc:title>
  <dc:creator>Эспиноса Василита К.М.</dc:creator>
  <cp:keywords/>
  <dcterms:created xsi:type="dcterms:W3CDTF">2025-03-22T16:33:11Z</dcterms:created>
  <dcterms:modified xsi:type="dcterms:W3CDTF">2025-03-22T16:33:11Z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babel-lang">
    <vt:lpwstr>russian</vt:lpwstr>
  </property>
  <property fmtid="{D5CDD505-2E9C-101B-9397-08002B2CF9AE}" pid="4" name="babel-otherlangs">
    <vt:lpwstr>english</vt:lpwstr>
  </property>
  <property fmtid="{D5CDD505-2E9C-101B-9397-08002B2CF9AE}" pid="5" name="date">
    <vt:lpwstr>22/03/2025</vt:lpwstr>
  </property>
  <property fmtid="{D5CDD505-2E9C-101B-9397-08002B2CF9AE}" pid="6" name="header-includes">
    <vt:lpwstr/>
  </property>
  <property fmtid="{D5CDD505-2E9C-101B-9397-08002B2CF9AE}" pid="7" name="institute">
    <vt:lpwstr/>
  </property>
  <property fmtid="{D5CDD505-2E9C-101B-9397-08002B2CF9AE}" pid="8" name="section-titles">
    <vt:lpwstr>True</vt:lpwstr>
  </property>
  <property fmtid="{D5CDD505-2E9C-101B-9397-08002B2CF9AE}" pid="9" name="slide_level">
    <vt:lpwstr>2</vt:lpwstr>
  </property>
  <property fmtid="{D5CDD505-2E9C-101B-9397-08002B2CF9AE}" pid="10" name="subtitle">
    <vt:lpwstr>Модель M|M|1|∞</vt:lpwstr>
  </property>
  <property fmtid="{D5CDD505-2E9C-101B-9397-08002B2CF9AE}" pid="11" name="theme">
    <vt:lpwstr>metropolis</vt:lpwstr>
  </property>
  <property fmtid="{D5CDD505-2E9C-101B-9397-08002B2CF9AE}" pid="12" name="toc">
    <vt:lpwstr>False</vt:lpwstr>
  </property>
  <property fmtid="{D5CDD505-2E9C-101B-9397-08002B2CF9AE}" pid="13" name="toc-title">
    <vt:lpwstr>Содержание</vt:lpwstr>
  </property>
</Properties>
</file>