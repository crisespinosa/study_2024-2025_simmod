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24624@pfur.ru" TargetMode="External" /><Relationship Id="rId3" Type="http://schemas.openxmlformats.org/officeDocument/2006/relationships/hyperlink" Target="https://github.com/crisespinosa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Задача об обедающих мудрецах</a:t>
            </a:r>
            <a:br/>
            <a:br/>
            <a:r>
              <a:rPr/>
              <a:t>Эспиноса Василита К.М.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26/03/2025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Эспиноса Василита Кристина Микаела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1032224624@pfur.ru</a:t>
            </a:r>
          </a:p>
          <a:p>
            <a:pPr lvl="0"/>
            <a:r>
              <a:rPr>
                <a:hlinkClick r:id="rId3"/>
              </a:rPr>
              <a:t>https://github.com/crisespinosa/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Реализовать модель задачи об обедающих мудрецах в CPN Tools.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Реализовать модель задачи об обедающих мудрецах в CPN Tools;</a:t>
            </a:r>
          </a:p>
          <a:p>
            <a:pPr lvl="0"/>
            <a:r>
              <a:rPr/>
              <a:t>Вычислить пространство состояний, сформировать отчет о нем и построить граф.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Постановка задачи</a:t>
            </a:r>
          </a:p>
          <a:p>
            <a:pPr lvl="0" indent="0" marL="0">
              <a:buNone/>
            </a:pPr>
            <a:r>
              <a:rPr/>
              <a:t>Пять мудрецов сидят за круглым столом и могут пребывать в двух состояниях – думать и есть. Между соседями лежит одна палочка для еды. Для приёма пищи необходимы две палочки. Палочки – пересекающийся ресурс. Необходимо синхронизировать процесс еды так, чтобы мудрецы не умерли с голода.</a:t>
            </a:r>
          </a:p>
          <a:p>
            <a:pPr lvl="0" indent="0" marL="0">
              <a:buNone/>
            </a:pPr>
            <a:r>
              <a:rPr/>
              <a:t>Рисуем граф сети. Для этого с помощью контекстного меню создаём новую сеть, добавляем позиции, переходы и дуги (рис. [-@fig:001]). Начальные данные:</a:t>
            </a:r>
          </a:p>
          <a:p>
            <a:pPr lvl="0" indent="0" marL="0">
              <a:buNone/>
            </a:pPr>
            <a:r>
              <a:rPr/>
              <a:t>позиции: мудрец размышляет (philosopher thinks), мудрец ест (philosopher eats), палочки находятся на столе (sticks on the table) переходы: взять палочки (take sticks), положить палочки (put sticks)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1938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меню задаём новые декларации модели (рис. [-@fig:002]): типы фишек, начальные значения позиций, выражения для дуг:</a:t>
            </a:r>
          </a:p>
          <a:p>
            <a:pPr lvl="0" indent="0" marL="0">
              <a:buNone/>
            </a:pPr>
            <a:r>
              <a:rPr/>
              <a:t>n — число мудрецов и палочек p — фишки, обозначающие мудрецов, имеют перечисляемый тип PH от 1 до s — фишки, обозначающие палочки, имеют перечисляемый тип ST от 1 до функция ChangeS(p) ставит в соответствие мудрецам палочки (возвращает номера палочек, используемых мудрецами); по условию задачи мудрецы сидят по кругу и мудрец p(i) может взять i и i+1 палочки, поэтому функция ChangeS(p) определяется следующим образом:</a:t>
            </a:r>
          </a:p>
          <a:p>
            <a:pPr lvl="0" indent="0">
              <a:buNone/>
            </a:pPr>
            <a:r>
              <a:rPr>
                <a:latin typeface="Courier"/>
              </a:rPr>
              <a:t>fun ChangeS (ph(i))=
1`st(i)++st(if = n then 1 else i+1)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20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получаем работающую модель (рис. [-@fig:003]).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модели наблюдаем, что одновременно палочками могут воспользоваться только два из пяти мудрецов (рис. [-@fig:004]).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89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Вычислим пространство состояний. Прежде, чем пространство состояний может быть вычислено и проанализировано, необходимо сформировать код пространства состояний. Этот код создается, когда используется инструмент Войти в пространство состояний. Вход в пространство состояний занимает некоторое время. Затем, если ожидается, что пространство состояний будет небольшим, можно просто применить инструмент Вычислить пространство состояний к листу, содержащему страницу сети. Сформируем отчёт о пространстве состояний и проанализируем его. Чтобы сохранить отчет, необходимо применить инструмент Сохранить отчет о пространстве состояний к листу, содержащему страницу сети и ввести имя файла отчета.</a:t>
            </a:r>
          </a:p>
          <a:p>
            <a:pPr lvl="0" indent="0" marL="0">
              <a:buNone/>
            </a:pPr>
            <a:r>
              <a:rPr/>
              <a:t>Из отчета можем узнать, что:</a:t>
            </a:r>
          </a:p>
          <a:p>
            <a:pPr lvl="0" indent="0">
              <a:buNone/>
            </a:pPr>
            <a:r>
              <a:rPr>
                <a:latin typeface="Courier"/>
              </a:rPr>
              <a:t>есть 11 состояний и 30 переходов между ними;
указаны границы значений для каждого элемента: думающие мудрецы (максимум - 5, минимум - 3), мудрецы едят (максимум - 2, минимум - 0), палочки на столе (максимум - 5, минимум - 1, минимальное значение 2, так как в конце симуляции остаются пирожки);
указаны границы в виде мультимножеств;
маркировка home для всех состояний;
маркировка dead равна None;
указано, что бесконечно часто происходят события положить и взять палочку.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CPN Tools state space report for:
/var/tmp/petri.cpn
Report generated: Sat Apr 26 17:03:47 2025
 Statistics
------------------------------------------------------------------------
  State Space
     Nodes:  11
     Arcs:   30
     Secs:   0
     Status: Full
  Scc Graph
     Nodes:  1
     Arcs:   0
     Secs:   0
 Boundedness Properties
------------------------------------------------------------------------
  Best Integer Bounds
                             Upper      Lower
     New_Page'philosopher_eats 1
                             2          0
     New_Page'philosopher_thinks 1
                             5          3
     New_Page'sticks_on_the_table 1
                             5          1
 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Построим граф пространства состояний (рис. [-@fig:005]).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84200"/>
            <a:ext cx="5105400" cy="361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процессе выполнения данной лабораторной работы я реализовала модель задачи об обедающих мудрецах в CPN Tools.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№10</dc:title>
  <dc:creator>Эспиноса Василита К.М.</dc:creator>
  <cp:keywords/>
  <dcterms:created xsi:type="dcterms:W3CDTF">2025-04-26T19:35:15Z</dcterms:created>
  <dcterms:modified xsi:type="dcterms:W3CDTF">2025-04-26T19:35:15Z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babel-lang">
    <vt:lpwstr>russian</vt:lpwstr>
  </property>
  <property fmtid="{D5CDD505-2E9C-101B-9397-08002B2CF9AE}" pid="4" name="babel-otherlangs">
    <vt:lpwstr>english</vt:lpwstr>
  </property>
  <property fmtid="{D5CDD505-2E9C-101B-9397-08002B2CF9AE}" pid="5" name="date">
    <vt:lpwstr>26/03/2025</vt:lpwstr>
  </property>
  <property fmtid="{D5CDD505-2E9C-101B-9397-08002B2CF9AE}" pid="6" name="header-includes">
    <vt:lpwstr/>
  </property>
  <property fmtid="{D5CDD505-2E9C-101B-9397-08002B2CF9AE}" pid="7" name="institute">
    <vt:lpwstr/>
  </property>
  <property fmtid="{D5CDD505-2E9C-101B-9397-08002B2CF9AE}" pid="8" name="section-titles">
    <vt:lpwstr>True</vt:lpwstr>
  </property>
  <property fmtid="{D5CDD505-2E9C-101B-9397-08002B2CF9AE}" pid="9" name="slide_level">
    <vt:lpwstr>2</vt:lpwstr>
  </property>
  <property fmtid="{D5CDD505-2E9C-101B-9397-08002B2CF9AE}" pid="10" name="subtitle">
    <vt:lpwstr>Задача об обедающих мудрецах</vt:lpwstr>
  </property>
  <property fmtid="{D5CDD505-2E9C-101B-9397-08002B2CF9AE}" pid="11" name="theme">
    <vt:lpwstr>metropolis</vt:lpwstr>
  </property>
  <property fmtid="{D5CDD505-2E9C-101B-9397-08002B2CF9AE}" pid="12" name="toc">
    <vt:lpwstr>False</vt:lpwstr>
  </property>
  <property fmtid="{D5CDD505-2E9C-101B-9397-08002B2CF9AE}" pid="13" name="toc-title">
    <vt:lpwstr>Содержание</vt:lpwstr>
  </property>
</Properties>
</file>