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24624@pfur.ru" TargetMode="External" /><Relationship Id="rId3" Type="http://schemas.openxmlformats.org/officeDocument/2006/relationships/hyperlink" Target="https://github.com/crisespinosa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Модель TCP/AQM</a:t>
            </a:r>
            <a:br/>
            <a:br/>
            <a:r>
              <a:rPr/>
              <a:t>Эспиноса Василита К.М.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29/03/2025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Эспиноса Василита Кристина Микаела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1032224624@pfur.ru</a:t>
            </a:r>
          </a:p>
          <a:p>
            <a:pPr lvl="0"/>
            <a:r>
              <a:rPr>
                <a:hlinkClick r:id="rId3"/>
              </a:rPr>
              <a:t>https://github.com/crisespinosa/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Реализовать модель TCP/AQM в xcos и OpenModelica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Реализовать модель TCP/AQM в xcos;</a:t>
            </a:r>
          </a:p>
          <a:p>
            <a:pPr lvl="0"/>
            <a:r>
              <a:rPr/>
              <a:t>Построить график динамики изменения размера TCP окна W(t) и размера очереди Q(t);</a:t>
            </a:r>
          </a:p>
          <a:p>
            <a:pPr lvl="0"/>
            <a:r>
              <a:rPr/>
              <a:t>Построить модель TCP/AQM в OpenModelica.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Зафиксируем начальные данные: N=1, R=1, K=5.3, X=1, W(0)=0.1, Q(0)= 1. В меню Моделирование, Установить контекст зададим значения коэффициентов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36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Начальные данные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Реализуем модель TCP/AQM, представлен на рис. [-@fig:002].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298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Схема xcos, моделирующая систему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получим динамику изменения размера TCP окна W(t) (черная линия) и размера очереди Q(t) (зеленая линия), а также фазовый портрет, который показывает наличие автоколебаний параметров системы — фазовая траектория осциллирует вокруг своей стационарной точки рис. [-@fig:003], [-@fig:004]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Динамика изменения размера TCP окна W(t) и размера очереди Q(t)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35200" y="1193800"/>
            <a:ext cx="468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Фазовый портрет (W,Q)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Уменьшив скорость обработки пакетов C=0.9 увидим, что автоколебания стали более выраженными рис. [-@fig:005], [-@fig:006].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06400"/>
            <a:ext cx="51054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Динамика изменения размера TCP окна W(t) и размера очереди Q(t) при C=0.9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в xcos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8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Фазовый портрет (W,Q) при C=0.9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OpenModelica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Зададим параметры, начальные значения и систему уравнений, рис. [-@fig:007].</a:t>
            </a:r>
          </a:p>
        </p:txBody>
      </p:sp>
      <p:pic>
        <p:nvPicPr>
          <p:cNvPr descr="image/code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 в языке Modelica в OpenModelica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OpenModelica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Выполнив симуляцию, получим динамику изменения размера TCP окна W(t)(красная линия) и размера очереди Q(t)(синяя линия), а также фазовый портрет, который показывает наличие автоколебаний параметров системы — фазовая траектория осциллирует вокруг своей стационарной точки рис. [-@fig:008], [-@fig:009].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44600"/>
            <a:ext cx="51054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Динамика изменения размера TCP окна W(t) и размера очереди Q(t)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в OpenModelica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82296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Фазовый портрет (W,Q)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OpenModelica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Уменьшив скорость обработки пакетов C=0.9:</a:t>
            </a:r>
          </a:p>
        </p:txBody>
      </p:sp>
      <p:pic>
        <p:nvPicPr>
          <p:cNvPr descr="image/cod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20700"/>
            <a:ext cx="5105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 в языке Modelica в OpenModelica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 в OpenModelica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Получим следующие графики: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19200"/>
            <a:ext cx="51054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Динамика изменения размера TCP окна W(t) и размера очереди Q(t) при C=0.9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в OpenModelica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8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Фазовый портрет (W,Q) при C=0.9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процессе выполнения данной лабораторной работы я реализовала модель TCP/AQM в xcos и OpenModelica.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Братусь А. С., Новожилов Артем Сергеевич abd Платонов А. П. Динамические системы и модели биологии. — М. : ФИЗМАТЛИТ, 2010. — 400 с.</a:t>
            </a:r>
          </a:p>
          <a:p>
            <a:pPr lvl="0" indent="-342900" marL="342900">
              <a:buAutoNum type="arabicPeriod"/>
            </a:pPr>
            <a:r>
              <a:rPr/>
              <a:t>OM overall User’s Guide. — 2020. — URL: https://www.openmodelica.org/ useresresources/userdocumentation.</a:t>
            </a:r>
          </a:p>
          <a:p>
            <a:pPr lvl="0" indent="-342900" marL="342900">
              <a:buAutoNum type="arabicPeriod"/>
            </a:pPr>
            <a:r>
              <a:rPr/>
              <a:t>Modelica Language. — URL: https : / / www . modelica . org / modelicalanguage.</a:t>
            </a:r>
          </a:p>
          <a:p>
            <a:pPr lvl="0" indent="-342900" marL="342900">
              <a:buAutoNum type="arabicPeriod"/>
            </a:pPr>
            <a:r>
              <a:rPr/>
              <a:t>OpenModelica. — URL: https://www.openmodelica.org/.</a:t>
            </a:r>
          </a:p>
          <a:p>
            <a:pPr lvl="0" indent="-342900" marL="342900">
              <a:buAutoNum type="arabicPeriod"/>
            </a:pPr>
            <a:r>
              <a:rPr/>
              <a:t>Xcos. — URL: https://www.scilab.org/software/xcos.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№8</dc:title>
  <dc:creator>Эспиноса Василита К.М.</dc:creator>
  <cp:keywords/>
  <dcterms:created xsi:type="dcterms:W3CDTF">2025-03-29T17:07:09Z</dcterms:created>
  <dcterms:modified xsi:type="dcterms:W3CDTF">2025-03-29T17:07:09Z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babel-lang">
    <vt:lpwstr>russian</vt:lpwstr>
  </property>
  <property fmtid="{D5CDD505-2E9C-101B-9397-08002B2CF9AE}" pid="4" name="babel-otherlangs">
    <vt:lpwstr>english</vt:lpwstr>
  </property>
  <property fmtid="{D5CDD505-2E9C-101B-9397-08002B2CF9AE}" pid="5" name="date">
    <vt:lpwstr>29/03/2025</vt:lpwstr>
  </property>
  <property fmtid="{D5CDD505-2E9C-101B-9397-08002B2CF9AE}" pid="6" name="header-includes">
    <vt:lpwstr/>
  </property>
  <property fmtid="{D5CDD505-2E9C-101B-9397-08002B2CF9AE}" pid="7" name="institute">
    <vt:lpwstr/>
  </property>
  <property fmtid="{D5CDD505-2E9C-101B-9397-08002B2CF9AE}" pid="8" name="section-titles">
    <vt:lpwstr>True</vt:lpwstr>
  </property>
  <property fmtid="{D5CDD505-2E9C-101B-9397-08002B2CF9AE}" pid="9" name="slide_level">
    <vt:lpwstr>2</vt:lpwstr>
  </property>
  <property fmtid="{D5CDD505-2E9C-101B-9397-08002B2CF9AE}" pid="10" name="subtitle">
    <vt:lpwstr>Модель TCP/AQM</vt:lpwstr>
  </property>
  <property fmtid="{D5CDD505-2E9C-101B-9397-08002B2CF9AE}" pid="11" name="theme">
    <vt:lpwstr>metropolis</vt:lpwstr>
  </property>
  <property fmtid="{D5CDD505-2E9C-101B-9397-08002B2CF9AE}" pid="12" name="toc">
    <vt:lpwstr>False</vt:lpwstr>
  </property>
  <property fmtid="{D5CDD505-2E9C-101B-9397-08002B2CF9AE}" pid="13" name="toc-title">
    <vt:lpwstr>Содержание</vt:lpwstr>
  </property>
</Properties>
</file>